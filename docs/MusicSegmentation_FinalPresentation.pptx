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548640"/>
            <a:ext cx="3657600" cy="3657600"/>
          </a:xfrm>
          <a:prstGeom prst="ellipse">
            <a:avLst/>
          </a:prstGeom>
          <a:solidFill>
            <a:srgbClr val="1F3460"/>
          </a:solidFill>
          <a:ln w="12700">
            <a:solidFill>
              <a:srgbClr val="1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5029200"/>
            <a:ext cx="2743200" cy="2743200"/>
          </a:xfrm>
          <a:prstGeom prst="ellipse">
            <a:avLst/>
          </a:prstGeom>
          <a:solidFill>
            <a:srgbClr val="162440"/>
          </a:solidFill>
          <a:ln w="12700">
            <a:solidFill>
              <a:srgbClr val="1624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06240"/>
            <a:ext cx="12161520" cy="6400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Music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49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Segmentation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çoklu algoritma, neden iki seviye fusion, neden dağıtık mimari?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310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Final Presentation  •  Spring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4480560"/>
            <a:ext cx="2560320" cy="365760"/>
          </a:xfrm>
          <a:prstGeom prst="round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4480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Presenter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0" y="4480560"/>
            <a:ext cx="2560320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4480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Presenter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4480560"/>
            <a:ext cx="2560320" cy="365760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4480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Presenter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 / 20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Sunumun Mantığı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bölüm bir öncekinin sorusunu cevaplayacak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2 / 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325880"/>
            <a:ext cx="64008" cy="155448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99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14173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SORU: Problem nedir?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185623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 Müzik yapısındaki geçiş noktaları nasıl bulunur?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32588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32588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399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40880" y="14173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SORU: Neden zor?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185623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 Tek bir sinyal her geçişi göremez — çok boyutlu kanıt gerekli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63240"/>
            <a:ext cx="64008" cy="1554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36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1546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SORU: Nasıl bir sistem?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59359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 Dağıtık, asenkron, her algoritma bağımsız çalışır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06324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3063240"/>
            <a:ext cx="64008" cy="1554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136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40880" y="31546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SORU: Tek algoritma yeterli değil mi?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359359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 Custom pipeline içinde 6 sinyal birleşiyor: feature-level fusion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80060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800600"/>
            <a:ext cx="64008" cy="1554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73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51560" y="48920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SORU: Bir pipeline hâlâ yetmez mi?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533095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 Farklı algoritmaların hatalarını dengelemek için algorithm-level fusion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480060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4800600"/>
            <a:ext cx="64008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4873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040880" y="48920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SORU: Sonuç doğru mu nasıl biliriz?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40880" y="533095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 SALAMI anotasyonlarıyla iki farklı toleransta ölçüm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Problem: Boundary Detection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Müzikal yapı değişimlerinin tam zamanını bulmak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3 / 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1828800" cy="7772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25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03120" y="1325880"/>
            <a:ext cx="246888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3258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325880"/>
            <a:ext cx="219456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3258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Chorus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325880"/>
            <a:ext cx="219456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3258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1325880"/>
            <a:ext cx="219456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13258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Chorus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155680" y="1325880"/>
            <a:ext cx="1188720" cy="777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0" y="132588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Outro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77440" y="1097280"/>
            <a:ext cx="36576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2377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◀ boundary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46320" y="1097280"/>
            <a:ext cx="36576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377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◀ boundary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40880" y="1097280"/>
            <a:ext cx="36576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2377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◀ boundary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235440" y="1097280"/>
            <a:ext cx="36576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0" y="2377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◀ boundary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2788920"/>
            <a:ext cx="37033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788920"/>
            <a:ext cx="3703320" cy="5486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60120" y="28803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task: boundary, NOT label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3456432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 için ilk adım section ismi koymak değil, geçişin gerçekleştiği saniyeyi bulmaktır. Label bu karardan sonra gelir.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51960" y="2788920"/>
            <a:ext cx="37033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51960" y="2788920"/>
            <a:ext cx="37033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📏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937760" y="28803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 = iki boundary arasındaki aralık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89120" y="3456432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boundary bulununca komşu boundary ile birleşerek segment oluşur. Segment sayısı boundary sayısına bağlıdır.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229600" y="2788920"/>
            <a:ext cx="37033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229600" y="2788920"/>
            <a:ext cx="3703320" cy="54864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6676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8915400" y="28803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Fazla boundary da az boundary da hata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66760" y="3456432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Over-segmentation: gereksiz fazla kesim → precision düşer. Under-segmentation: geçiş kaçırılır → recall düşer.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Zor? — Tek Sinyal Yetmez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müzikal geçiş farklı bir akustik kanıt bırakır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4 / 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1161288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9844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çelişki: Verse → Chorus geçişinde bazen enerji yükselir, bazen akort değişir, bazen sadece davul girer — hiçbiri her zaman olmaz.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76272"/>
            <a:ext cx="5577840" cy="411480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7627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Sadece RMS (enerji)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633472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Verse'ten Chorus'a geçişte enerji artabilir ama acoustic guitar'lı iki verse arasında artmaz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21024"/>
            <a:ext cx="5394960" cy="292608"/>
          </a:xfrm>
          <a:prstGeom prst="round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210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YETERSİZ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176272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2176272"/>
            <a:ext cx="5577840" cy="411480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17627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Sadece Chroma (armoni)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633472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chord progression'a sahip iki farklı section harmonik olarak aynı görünür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3621024"/>
            <a:ext cx="5394960" cy="292608"/>
          </a:xfrm>
          <a:prstGeom prst="round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6210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YETERSİZ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187952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187952"/>
            <a:ext cx="5577840" cy="411480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8795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Sadece Onset (vuruş)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645152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 pattern içinde yüzlerce onset var; section boundary'den çok nota başlangıçlarını gösterir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5632704"/>
            <a:ext cx="5394960" cy="292608"/>
          </a:xfrm>
          <a:prstGeom prst="round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563270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YETERSİZ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4187952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4187952"/>
            <a:ext cx="5577840" cy="411480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18795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SSM (öz-benzerlik matrisi)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4645152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 eden Chorus'ları yakalayabilir ama timestamp kesinliği frame çözünürlüğüne bağlıdır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55080" y="5632704"/>
            <a:ext cx="5394960" cy="292608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563270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GÜÇLÜ ama TEK BAŞINA EKSİK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6144768"/>
            <a:ext cx="12161520" cy="4206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6144768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birden fazla sinyali birleştirmezsek, her genre'da güvenilir bir sistem kuramayız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Dağıtık Mimari Seçtik?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hesaplama HTTP isteğini bloke etmemeli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5 / 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5760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298448"/>
            <a:ext cx="5760720" cy="41148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29844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Monolitik Yaklaşım (API içinde hesapla)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1773936"/>
            <a:ext cx="5577840" cy="3291840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request, 4 algoritmanın bitmesini bekler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algoritma yavaşlarsa tüm kullanıcı bloke olur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eklemek API'yi doğrudan değiştirir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 çalışma zor — thread blocking riski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etmek için tüm servisi büyütmek gerekir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298448"/>
            <a:ext cx="5760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298448"/>
            <a:ext cx="576072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29844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Dağıtık Worker Yaklaşımı (seçtiğimiz)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773936"/>
            <a:ext cx="5577840" cy="3291840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sadece task kaydeder ve mesaj yayınlar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Algoritmalar birbirinden bağımsız, paralel çalışır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algoritma = yeni worker, API değişmez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worker ayrı scale edilebilir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worker crash olsa diğerleri sonuç üretir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5321808"/>
            <a:ext cx="11612880" cy="411480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5321808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RabbitMQ'yu Neden Seçtik?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58338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Topic Exchange: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58338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algoritma kendi routing key'ine bağlı — tek mesaj birden fazla worker'a gitmez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58338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ACK mekanizması: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75320" y="58338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mesajı işleyene kadar queue'da tutar; crash olursa tekrar teslim edilir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63642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Servis izolasyonu: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63642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ve worker'lar birbirini doğrudan çağırmaz — birinin durması diğerini etkilemez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63642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Tek sonuç kanalı: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75320" y="63642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worker'lar segmentation.result'a yazar — ResultListener tek noktada toplar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 İstek Sistemde Nasıl İlerler?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adımın sırası bilinçli bir tasarım kararıdır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6 / 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5577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417320"/>
            <a:ext cx="438912" cy="438912"/>
          </a:xfrm>
          <a:prstGeom prst="round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4173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önce gelir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892808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Hatalı parametre worker'a kadar gidip geç hata vermemeli — API katmanında Pydantic şemalarıyla engellenir.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325880"/>
            <a:ext cx="5577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6792" y="1417320"/>
            <a:ext cx="438912" cy="43891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14173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önce DB'ye yazılır, sonra publish edilir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892808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çok hızlı yanıt verse bile ResultListener'ın bulabileceği bir kayıt olsun. Yayın öncesi kayıt garantisi.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81528"/>
            <a:ext cx="5577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172968"/>
            <a:ext cx="438912" cy="438912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172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1729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 hemen dispatch edilmez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648456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worker'ının işleyebilmesi için önce 4 base algoritma sonucu gerekir. Orchestrator fusion'ı 'expected' listesine ekler ama 'dispatch' etmez.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081528"/>
            <a:ext cx="5577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36792" y="3172968"/>
            <a:ext cx="438912" cy="438912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3172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31729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Worker'lar paralel çalışır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3648456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her algoritmaya ayrı routing key ile mesaj iletir. custom_librosa, Foote, CNMF, SCluster birbirini beklemez.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837176"/>
            <a:ext cx="5577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4928616"/>
            <a:ext cx="438912" cy="438912"/>
          </a:xfrm>
          <a:prstGeom prst="round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928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9286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Sonuçlar normalize edilir — anında değil, gelince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5404104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ResultListener her sonucu alınca normalize eder ve DB'ye yazar. Frontend partial sonuçları SSE ile anlık görebilir.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4837176"/>
            <a:ext cx="55778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36792" y="4928616"/>
            <a:ext cx="438912" cy="438912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4928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0" y="49286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 ancak tüm base'ler tamamlanınca başlar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55080" y="5404104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_maybe_dispatch_fusion() 4 baseline'ın tamamını bekler. Bu, yarım bilgiyle fusion yapılmasını önler.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Ortak Sonuç Şeması?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algoritmalar aynı dili konuşmalı ki fusion mümkün olsun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7 / 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11612880" cy="7315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984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Şema olmadan ne olurdu?  Fusion servisi her algoritma için ayrı bir parser yazmak zorunda kalırdı. custom_librosa'nın çıktısı, Foote'un çıktısı, CNMF'in çıktısı — hepsi farklı format. Yeni algoritma eklemek fusion'ı kırar.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3657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12848"/>
            <a:ext cx="365760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32257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2336" y="2523744"/>
            <a:ext cx="3401568" cy="122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algoritma farklı raw format üretiyor (Foote: sadece boundary zamanları, CNMF: label'lı segment listesi, custom: feature metadata ile)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2336" y="3764280"/>
            <a:ext cx="340156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80085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2336" y="4002024"/>
            <a:ext cx="3401568" cy="122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AlgorithmResult şeması: task_id, status, worker_type, algorithm, duration, boundaries[], segments[], diagnostics{}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" y="5242560"/>
            <a:ext cx="340156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527913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2336" y="5480304"/>
            <a:ext cx="3401568" cy="122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ve evaluation hiçbir zaman algoritma-specific kod çalıştırmaz. Yeni bir worker yazmak şemaya uymaktan ibaretti.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2212848"/>
            <a:ext cx="3657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0" y="2212848"/>
            <a:ext cx="36576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42816" y="232257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42816" y="2523744"/>
            <a:ext cx="3401568" cy="122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label 'A' mı Verse mı? MSAF'ın raw label'ı 'Verse' diye isimlendiriyordu. Bu iddia çok güçlü.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42816" y="3764280"/>
            <a:ext cx="340156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42816" y="380085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42816" y="4002024"/>
            <a:ext cx="3401568" cy="122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katman ayrıldı: structural_label (A/B/C — benzerlik iddiası) ve semantic_label (Intro/Verse/Chorus — müzikal rol iddiası)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42816" y="5242560"/>
            <a:ext cx="340156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42816" y="527913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42816" y="5480304"/>
            <a:ext cx="3401568" cy="122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bilmediği şeyi biliyormuş gibi göstermiyor. Her label'a confidence ve reason da eklendi.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55280" y="2212848"/>
            <a:ext cx="39319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55280" y="2212848"/>
            <a:ext cx="3931920" cy="502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83296" y="2322576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083296" y="2523744"/>
            <a:ext cx="3675888" cy="122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ResultListener her sonucu aldığında hem frontend'e göstermek hem de fusion'a vermek zorunda — iki farklı ihtiyaç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83296" y="3764280"/>
            <a:ext cx="367588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83296" y="3800856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083296" y="4002024"/>
            <a:ext cx="3675888" cy="122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results[algo] → segment listesi (frontend için). results[algo__result] → full normalized result (fusion için). results[algo__diagnostics] → açıklanabilirlik için.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83296" y="5242560"/>
            <a:ext cx="367588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83296" y="5279136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083296" y="5480304"/>
            <a:ext cx="3675888" cy="1222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frontend bozulmadan yeni fusion sistemi çalışabildi. Geriye dönük uyumluluk ve genişletilebilirlik aynı anda sağlandı.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51760"/>
            <a:ext cx="12161520" cy="5486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Segmentasyon Algoritmaları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 4 algoritmayı seçtik ve neden birlikte çalışıyorlar?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8 / 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Librosa Pipeline — Neden Multi-Feature?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sinyal farklı bir geçiş tipini görür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9 / 20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2984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Pipeline'ı bu sırayla kurguladık: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37360"/>
            <a:ext cx="1828800" cy="1463040"/>
          </a:xfrm>
          <a:prstGeom prst="round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373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Yükle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(ffmpeg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 22050Hz)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331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04288" y="1737360"/>
            <a:ext cx="1828800" cy="1463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04288" y="17373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Bölge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(sessizliği kırp)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33088" y="2331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34256" y="1737360"/>
            <a:ext cx="1828800" cy="1463040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34256" y="17373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(Chroma+MFCC)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63056" y="2331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64224" y="1737360"/>
            <a:ext cx="1828800" cy="1463040"/>
          </a:xfrm>
          <a:prstGeom prst="round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7373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Kur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(her frame'i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herkesle karşılaştır)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93024" y="2331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394192" y="1737360"/>
            <a:ext cx="1828800" cy="1463040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94192" y="17373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sinyal)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222992" y="2331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424160" y="1737360"/>
            <a:ext cx="1828800" cy="1463040"/>
          </a:xfrm>
          <a:prstGeom prst="round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0" y="173736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Birleştir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(feature fusion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snapping)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42900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429000"/>
            <a:ext cx="54864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50215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Önce aktif bölge neden?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912" y="38862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Sessizlik SSM hesaplarını ve segment süresi ölçümlerini bozar. Analizi müzikal içerikle sınırlandırıp son adımda zaman eksenini geri düzeltiyoruz.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342900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3429000"/>
            <a:ext cx="54864" cy="13716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350215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SSM neden en ağır adım?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28232" y="38862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frame her frame ile karşılaştırılır (O(N²) işlem). Tekrarlanan Chorus'lar matriste parlak köşegen bloklar olarak görünür — bu yapısal bilgiyi başka hiçbir sinyal sağlayamaz.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93776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4937760"/>
            <a:ext cx="54864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01091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6 sinyal neden aynı anda?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8912" y="53949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enerji değişimini, Chroma armonik değişimi, Onset vuruş yoğunluğunu, Beat ritmik hizalamayı, SSM yapısal tekrarı, Lyrics metin sınırlarını yakapar. Biri diğerini göremez.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493776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63640" y="4937760"/>
            <a:ext cx="54864" cy="13716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8232" y="501091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Snapping neden en son?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28232" y="53949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doğru bölgeyi bulur ama timestamp biraz kayık olabilir. En son adımda güçlü bir onset veya beat'e yaslarız — yapısal detector 'nerede', onset 'tam ne zaman' sorusunu cevaplar.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Self-Similarity Matrix — Neden Merkezi Sinyal?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 bilgisi yalnızca SSM'de var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10 / 20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298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SSM'de ne görürüz?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" y="1719072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1719072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36192" y="1719072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56816" y="1719072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1719072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98064" y="1719072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8688" y="1719072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139696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" y="2139696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5568" y="2139696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36192" y="2139696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56816" y="2139696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2139696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98064" y="2139696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18688" y="2139696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560320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" y="2560320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5568" y="2560320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36192" y="2560320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56816" y="2560320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77440" y="2560320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98064" y="2560320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18688" y="2560320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980944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" y="2980944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5568" y="2980944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36192" y="2980944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56816" y="2980944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0" y="2980944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98064" y="2980944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18688" y="2980944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401568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4944" y="3401568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15568" y="3401568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36192" y="3401568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56816" y="3401568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77440" y="3401568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98064" y="3401568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18688" y="3401568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3822192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4944" y="3822192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15568" y="3822192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536192" y="3822192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56816" y="3822192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77440" y="3822192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98064" y="3822192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18688" y="3822192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4242816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4944" y="4242816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15568" y="4242816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36192" y="4242816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956816" y="4242816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77440" y="4242816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98064" y="4242816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18688" y="4242816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4663440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4944" y="4663440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15568" y="4663440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536192" y="4663440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956816" y="4663440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77440" y="4663440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98064" y="4663440"/>
            <a:ext cx="402336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18688" y="4663440"/>
            <a:ext cx="40233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83464" y="5120640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Intro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-228600" y="1719072"/>
            <a:ext cx="493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Intro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704088" y="5120640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Verse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-228600" y="2139696"/>
            <a:ext cx="493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Verse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1124712" y="5120640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Verse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-228600" y="2560320"/>
            <a:ext cx="493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Verse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1545336" y="5120640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Chorus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-228600" y="2980944"/>
            <a:ext cx="493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Chorus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1965960" y="5120640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Chorus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-228600" y="3401568"/>
            <a:ext cx="493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Chorus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2386584" y="5120640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Verse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-228600" y="3822192"/>
            <a:ext cx="493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Verse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2807208" y="5120640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Verse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-228600" y="4242816"/>
            <a:ext cx="493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Verse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3227832" y="5120640"/>
            <a:ext cx="420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Chorus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-228600" y="4663440"/>
            <a:ext cx="493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Chorus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274320" y="5468112"/>
            <a:ext cx="3364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= benzer bölgeler (Verse-Verse, Chorus-Chorus)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023360" y="1298448"/>
            <a:ext cx="79552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023360" y="1298448"/>
            <a:ext cx="54864" cy="129844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187952" y="13716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Anlık değişim değil, yapısal tekrar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4187952" y="1755648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veya onset anlık olayları ölçer. SSM ise 'bu parçanın farklı iki anı birbirine benziyor mu?' sorusunu sorar. Chorus'un 3. kez geldiğini yalnızca SSM fark edebilir.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4023360" y="2715768"/>
            <a:ext cx="79552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023360" y="2715768"/>
            <a:ext cx="54864" cy="12984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187952" y="27889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en yüksek ağırlık (0.42)?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4187952" y="3172968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fusion'da SSM candidate'ı tek başına threshold'u geçebilir (confidence ≥ 0.5 yeterliyse). Diğer sinyaller destek sağlar; SSM olmadan gerçek section boundary'yi kaçırma riski çok yüksek.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023360" y="4133088"/>
            <a:ext cx="79552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023360" y="4133088"/>
            <a:ext cx="54864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187952" y="42062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Transposition invariance neden var?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4187952" y="4590288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motif farklı tonda tekrar edebilir. 12 pitch shift deneyip en yüksek benzerliği alırız. Böylece key change olsa bile yapısal tekrar kaybolmaz.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4023360" y="5550408"/>
            <a:ext cx="79552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023360" y="5550408"/>
            <a:ext cx="54864" cy="12984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187952" y="56235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smoothing ve diagonal enhancement?</a:t>
            </a:r>
            <a:endParaRPr lang="en-US" sz="1200" dirty="0"/>
          </a:p>
        </p:txBody>
      </p:sp>
      <p:sp>
        <p:nvSpPr>
          <p:cNvPr id="106" name="Text 104"/>
          <p:cNvSpPr/>
          <p:nvPr/>
        </p:nvSpPr>
        <p:spPr>
          <a:xfrm>
            <a:off x="4187952" y="6007608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SSM gürültülüdür. Diagonal boyunca smooth edip tempo değişkenliğini hesaba katarak tekrar yollarını güçlendiririz. Checkerboard kernel boundary'de en yüksek tepkiyi verir.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MSAF Baseline'ları — Neden 3 Farklı Yöntem?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matematiksel varsayımlar, farklı hata profilleri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11 / 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1161288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9844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Fusion'ın değeri: aynı algoritmanın 4 parametreli versiyonunu birleştirmek değil, farklı matematiksel perspektiften gelen bağımsız görüşleri birleştirmek. Benzer hata profilleri fusion'ı anlamsız kılar.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370332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48840"/>
            <a:ext cx="3703320" cy="5029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488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4048" y="2715768"/>
            <a:ext cx="3483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Novelty Detection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3108960"/>
            <a:ext cx="3483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Bakış Açısı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364992"/>
            <a:ext cx="3483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'Bu anda öncesine göre ne kadar değişim var?'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913632"/>
            <a:ext cx="348386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950208"/>
            <a:ext cx="34838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Keskin, yerel geçişleri iyi yakalar. Hızlı ve açıklanabilir.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4773168"/>
            <a:ext cx="34838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Davul fill gibi yapısal olmayan geçici ani değişimlere duyarlı.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5504688"/>
            <a:ext cx="3483864" cy="347472"/>
          </a:xfrm>
          <a:prstGeom prst="round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5504688"/>
            <a:ext cx="3483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Ağırlık: 0.15 — yalnızca yerel sinyal, yapısal bilgi eksik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51960" y="2148840"/>
            <a:ext cx="370332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51960" y="2148840"/>
            <a:ext cx="37033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21488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CNMF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361688" y="2715768"/>
            <a:ext cx="3483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Non-negative Matrix Factorization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61688" y="3108960"/>
            <a:ext cx="3483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Bakış Açısı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61688" y="3364992"/>
            <a:ext cx="3483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'Parçada gizli tekrar eden bileşenler hangileri?'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61688" y="3913632"/>
            <a:ext cx="348386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61688" y="3950208"/>
            <a:ext cx="34838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Latent pattern'ları factorize eder — verinin zaten içindeki yapıyı çıkarır.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61688" y="4773168"/>
            <a:ext cx="34838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Factorization rank (k) seçimi sınır sayısını etkiler.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61688" y="5504688"/>
            <a:ext cx="3483864" cy="34747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61688" y="5504688"/>
            <a:ext cx="3483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Ağırlık: 0.20 — Foote'tan daha az yerel gürültüye duyarlı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229600" y="2148840"/>
            <a:ext cx="370332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29600" y="2148840"/>
            <a:ext cx="370332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21488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SCluster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339328" y="2715768"/>
            <a:ext cx="3483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Clustering on Affinity Graph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39328" y="3108960"/>
            <a:ext cx="3483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Bakış Açısı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39328" y="3364992"/>
            <a:ext cx="3483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'Tüm parçada global gruplar nasıl bölünüyor?'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39328" y="3913632"/>
            <a:ext cx="348386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39328" y="3950208"/>
            <a:ext cx="34838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Yerel değil, global benzerlik yapısını kullanır. Tekrar eden section'ları cluster olarak yakalar.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39328" y="4773168"/>
            <a:ext cx="34838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Cluster sayısı parametresi segment granülaritesini belirler.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39328" y="5504688"/>
            <a:ext cx="3483864" cy="347472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39328" y="5504688"/>
            <a:ext cx="3483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Ağırlık: 0.30 — global yapı, custom'dan sonra ikinci en yüksek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Feature-Level Fusion — Neden Bu Formülü Seçtik?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Oylamada kaynak çeşitliliğini ödüllendiriyoruz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12 / 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11612880" cy="621792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98448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Sorun: 6 sinyal birden fazla 'candidate boundary' üretir ve bunlar birbirinden birkaç yüz milisaniye farklı olabilir. Hangisi gerçek?  —  Bağımsız kaynak sayısı arttıkça güven artar.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03120"/>
            <a:ext cx="64008" cy="201168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94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temporal gruplama?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30.8 s, RMS 31.5 s diyor. İkisi de aynı geçişi gördü — sadece farklı frame'de tespit etti. 2.75 s pencere içindeki adayları tek grup sayıyoruz.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10312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2103120"/>
            <a:ext cx="64008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194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her kaynaktan tek oy?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265176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gürültülüyse aynı bölgede 10 peak üretebilir. Tek kaynaktan yalnızca en yüksek confidence'lı aday alınır. Böylece bir kaynak oylamayı domine edemez.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25196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4251960"/>
            <a:ext cx="64008" cy="20116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3434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sadece ağırlıklı toplam değil, agreement bonus?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SSM mi diyor? O zaman score = 0.42 × conf. Ama 3 bağımsız sinyal aynı noktayı gösteriyorsa bonus ekliyoruz (max 0.15). Consensus güvenilirliği artırır.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4251960"/>
            <a:ext cx="55778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4251960"/>
            <a:ext cx="64008" cy="2011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3434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SSM tek başına kabul ediliyor?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6520" y="48006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yapısal tekrar bilgisi taşıyan tek sinyaldir. Diğer sinyaller zayıfsa dahi güçlü bir SSM candidate'ını (conf ≥ 0.5) boundary olarak tutuyoruz. Yoksa gerçek section boundary'leri kaçırma riski çok yüksek.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6446520"/>
            <a:ext cx="11612880" cy="384048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4652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Σ(kaynak_ağırlığı × candidate_confidence)  +  min(0.15,  0.035 × (kaynak_sayısı − 1))     →     kabul: score ≥ 0.30  VEYA  güçlü SSM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İki Seviye Fusion?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fusion yeterli değil — algorithm-level fusion neden gerekiyor?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13 / 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11612880" cy="65836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9844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fusion tek bir algoritmanın içindedir. Custom_librosa'nın verdiği sonuç zaten 6 sinyali birleştirdi. Ama custom_librosa'nın kendisi de bazen hata yapar. İkinci fusion seviyesi farklı algoritmaların hatalarını dengeler.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121408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Seviye 1 — Feature Fusion (custom_librosa içinde):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96312"/>
            <a:ext cx="1645920" cy="777240"/>
          </a:xfrm>
          <a:prstGeom prst="round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9631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274777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04288" y="2496312"/>
            <a:ext cx="1645920" cy="7772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4288" y="249631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50208" y="274777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51376" y="2496312"/>
            <a:ext cx="1645920" cy="777240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51376" y="249631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97296" y="274777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98464" y="2496312"/>
            <a:ext cx="1645920" cy="777240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98464" y="249631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44384" y="274777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45552" y="2496312"/>
            <a:ext cx="1645920" cy="777240"/>
          </a:xfrm>
          <a:prstGeom prst="round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45552" y="2496312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0" y="263347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7333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46920" y="2496312"/>
            <a:ext cx="2286000" cy="777240"/>
          </a:xfrm>
          <a:prstGeom prst="round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249631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custom_librosa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sonucu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410712"/>
            <a:ext cx="116128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493008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Seviye 2 — Algorithm Fusion (ayrı worker):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867912"/>
            <a:ext cx="2103120" cy="777240"/>
          </a:xfrm>
          <a:prstGeom prst="round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6791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custom_librosa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sonucu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0" y="411937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61488" y="3867912"/>
            <a:ext cx="2103120" cy="777240"/>
          </a:xfrm>
          <a:prstGeom prst="round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61488" y="386791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sonucu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64608" y="411937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065776" y="3867912"/>
            <a:ext cx="2103120" cy="7772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65776" y="386791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CNMF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sonucu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68896" y="411937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370064" y="3867912"/>
            <a:ext cx="2103120" cy="777240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70064" y="386791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SCluster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sonucu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326880" y="400507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7333"/>
                </a:solidFill>
              </a:rPr>
              <a:t>→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646920" y="3867912"/>
            <a:ext cx="2286000" cy="77724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46920" y="386791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sonucu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828032"/>
          <a:ext cx="11612880" cy="1874520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  <a:gridCol w="4663440"/>
              </a:tblGrid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Feature-Level Fusion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Algorithm-Level Fusion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Oy verenler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Sinyal kaynakları (SSM, RMS, onset…)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Bağımsız segmentasyon algoritmaları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Girdi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Ham audio feature candidate'ları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Tamamlanmış AlgorithmResult nesneleri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Konum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custom_librosa pipeline içinde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Ayrı FusionWorker servisi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Amaç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Tek pipeline içinde sinyal çeşitliliği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</a:rPr>
                        <a:t>Farklı hata profillerini dengeleme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51760"/>
            <a:ext cx="12161520" cy="5486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Algorithm-Level Fusion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ağırlıklı oy? Neden tüm sonuçları bekliyoruz?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14 / 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Ağırlıklı Oy? — Basit Çoğunluk Yetmez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Algoritmalar eşit güvenilir değil; confidence bilgisi de önemli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15 / 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3703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98448"/>
            <a:ext cx="3703320" cy="530352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98448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Simple Majority Vote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874520"/>
            <a:ext cx="3520440" cy="3474720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algoritmayı eşit güvenilir sayar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değerini görmezden gelir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2/4 oyu olan boundary kabul edilir — zayıf kanıt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Over-segmenting bir algoritma fazla boundary üretip galip gelebilir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1298448"/>
            <a:ext cx="3703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298448"/>
            <a:ext cx="3703320" cy="5303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298448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Simple Average (zaman ortalaması)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43400" y="1874520"/>
            <a:ext cx="3520440" cy="3474720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boundary'yi bulan algoritmaları gruplamaz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 arayla iki farklı boundary'nin ortası anlamsız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ve ağırlık bilgisini kullanmaz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1298448"/>
            <a:ext cx="3703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298448"/>
            <a:ext cx="3703320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298448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Weighted Voting (seçtiğimiz)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1874520"/>
            <a:ext cx="3520440" cy="3474720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Σ(algoritmik_ağırlık × boundary_confidence)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custom_librosa (0.35) &gt; scluster (0.30) &gt; cnmf (0.20) &gt; foote (0.15)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içinde her algoritma en fazla 1 oy verir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Kabul: score ≥ threshold  VEYA  kaynak_sayısı ≥ gerekli_oy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5577840"/>
            <a:ext cx="11612880" cy="384048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5577840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iki kabul koşulu (score VEYA oy sayısı)?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6035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Tek threshold kullanırsak: Confidence calibration algoritmalar arasında tam değilse yüksek ağırlıklı algoritma sonucu körü körüne kabul edebilir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Oy sayısı fallback'i ile: İki bağımsız algoritma aynı bölgeyi gösterdiyse — confidence düşük bile olsa — consensus korunur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 Neden Tüm Base Sonuçları Bekliyor?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Yarım bilgiyle fusion yapmak sonucu kötüleştirir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16 / 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557784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298448"/>
            <a:ext cx="64008" cy="2450592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898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Erken fusion yanlı sonuç üretir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956816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 hızlı bitip custom_librosa yavaş kalırsa: yalnızca Foote verisiyle fusion yapılır. Sonuç sanki 4 algoritma konuştu gibi görünür ama aslında 1 algoritmanın sesi vardır. Bu yanlış güven verir.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298448"/>
            <a:ext cx="557784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298448"/>
            <a:ext cx="64008" cy="24505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3898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Tüm perspektifler gelince consensus anlamlı olur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1956816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Custom_librosa yapısal SSM, SCluster global clustering, CNMF latent pattern, Foote local novelty — bunların dördü birden aynı boundary'yi gösterince güven gerçekten yükselir.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931920"/>
            <a:ext cx="557784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931920"/>
            <a:ext cx="64008" cy="2450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233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az 2 başarılı sonuç şartı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590288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base'in tamamı resolved olduğunda başarılı sonuç 2'nin altındaysa fusion işe yaramaz. ResultListener doğrudan 'failed fusion' sonucu üretir — gereksiz hesaplama yapmaz.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3931920"/>
            <a:ext cx="557784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3931920"/>
            <a:ext cx="64008" cy="24505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0233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Bilinen sınır: worker kaybolursa ne olur?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4590288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exception fırlatırsa BaseWorker 'failed' sonuç yayınlar → resolved sayılır. Ama worker hiç yanıt vermeden çöküp giderse task processing'de kalır. Watchdog/timeout gelecek çalışma.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620256"/>
            <a:ext cx="12161520" cy="4206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620256"/>
            <a:ext cx="1143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 için bütünlük şart: 4 farklı bakış açısının tamamından consensus alıyoruz, yoksa fusion yapmıyoruz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İki Katmanlı Etiketleme?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Benzerlik iddiası ile müzikal rol iddiası farklı güç gerektirir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17 / 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11612880" cy="658368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9844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'Bu iki segment birbirine benziyor' demek ile 'bu segment Chorus' demek aynı iddianın gücünde değil. Birincisi audio descriptor ölçümüdür. İkincisi müzikal yorumdur.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2121408"/>
            <a:ext cx="1709928" cy="5486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2121408"/>
            <a:ext cx="1709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Struct: 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0" y="2414016"/>
            <a:ext cx="1709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Intro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37360" y="2121408"/>
            <a:ext cx="170992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2121408"/>
            <a:ext cx="1709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Struct: 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2414016"/>
            <a:ext cx="1709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Verse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0" y="2121408"/>
            <a:ext cx="1709928" cy="548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121408"/>
            <a:ext cx="1709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Struct: 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414016"/>
            <a:ext cx="1709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Chorus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12080" y="2121408"/>
            <a:ext cx="170992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121408"/>
            <a:ext cx="1709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Struct: 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2414016"/>
            <a:ext cx="1709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Verse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49440" y="2121408"/>
            <a:ext cx="1709928" cy="548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121408"/>
            <a:ext cx="1709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Struct: 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2414016"/>
            <a:ext cx="1709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Chorus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686800" y="2121408"/>
            <a:ext cx="1709928" cy="548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2121408"/>
            <a:ext cx="1709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Struct: 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0" y="2414016"/>
            <a:ext cx="1709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Bridge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424160" y="2121408"/>
            <a:ext cx="1709928" cy="5486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0" y="2121408"/>
            <a:ext cx="1709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Struct: 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424160" y="2414016"/>
            <a:ext cx="1709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Outro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852928"/>
            <a:ext cx="557784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852928"/>
            <a:ext cx="5577840" cy="5029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5292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Label (A/B/C)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5760" y="340156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'Bu segment o segmente benziyor' — ölçülebilir, güvenilir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858768"/>
            <a:ext cx="5394960" cy="2834640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Chroma, MFCC, RMS, onset density descriptor'larından cluster edilir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clustering; silhouette score ile en iyi k seçilir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en sık küme, B = ikinci, sırayla — Verse anlamına gelmez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 iddia: audio descriptor benzerliği ölçüldü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2852928"/>
            <a:ext cx="557784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2852928"/>
            <a:ext cx="55778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285292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Label (Intro/Verse/Chorus…)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55080" y="340156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'Bu section müzikal olarak X rolünü oynuyor' — heuristic, daha zayıf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55080" y="3858768"/>
            <a:ext cx="5394960" cy="2834640"/>
          </a:xfrm>
          <a:prstGeom prst="rect">
            <a:avLst/>
          </a:prstGeom>
          <a:noFill/>
          <a:ln/>
        </p:spPr>
        <p:txBody>
          <a:bodyPr wrap="square" lIns="76200" tIns="127000" rIns="1270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kurallar: ilk %20'deki unique segment → Intro tahmini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 eden, daha yüksek enerjili cluster → Chorus tahmini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label'ı overwrite etmez — ayrı alan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label için semantic_confidence ve semantic_reason yazılır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 yetersizse 'Unknown' veya 'Early/Middle/Late' verilir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— Neden İki Farklı Tolerans?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ölçüm sistemin hangi sorununu saklıyor?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18 / 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1161288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98448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toleransla ölçüm yapmak bir sistemin gerçek performansını gizleyebilir. Doğru bölgeyi bulan ama tam saniyeyi kaçıran sistemle hem bölgeyi hem saniyeyi kaçıran sistemi ayırt edemezsiniz.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21408"/>
            <a:ext cx="557784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21408"/>
            <a:ext cx="5577840" cy="59436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2140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±0.5 saniye — Strict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277063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Soru: Tam zamanı bulduk mu?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172968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timestamp hassasiyetini ölçer. F1@0.5 düşükse algoritma yapısal geçişin bölgesini buluyor ama exact millisecond'u kaçırıyor olabilir.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206240"/>
            <a:ext cx="5394960" cy="11155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51960"/>
            <a:ext cx="5212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Düşükse: Snapping, frame çözünürlüğü veya SSM smoothing timestamp'i kaydırıyor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121408"/>
            <a:ext cx="557784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2121408"/>
            <a:ext cx="55778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12140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±3.0 saniye — Lenient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277063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Soru: Doğru bölgeyi fark ettik mi?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3172968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Yapısal region detection'ı ölçer. Bir section'ın var olduğunu fark ettik mi? F1@3.0 yüksekse sistem müzikal yapıyı anlıyor demektir.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4206240"/>
            <a:ext cx="5394960" cy="11155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4251960"/>
            <a:ext cx="5212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Düşükse: Temel boundary detection veya boundary sayısı problemi var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5577840"/>
            <a:ext cx="11612880" cy="384048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5577840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 yorumlama kılavuzu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6035040"/>
            <a:ext cx="4114800" cy="292608"/>
          </a:xfrm>
          <a:prstGeom prst="round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6035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F1@3 yüksek,  F1@0.5 düşük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80560" y="603504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Doğru bölgeyi buluyor ama timestamp hassasiyeti zayıf → snapping geliştirilebilir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6382512"/>
            <a:ext cx="4114800" cy="292608"/>
          </a:xfrm>
          <a:prstGeom prst="round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6382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Her ikisi de yüksek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80560" y="638251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Hem bölge hem timing doğru → iyi çalışan sistem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6729984"/>
            <a:ext cx="4114800" cy="292608"/>
          </a:xfrm>
          <a:prstGeom prst="round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67299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Her ikisi de düşük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80560" y="672998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Temel boundary detection problemi var → boundary sayısı veya konumu hatalı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Canlı Demo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Sistemin kendi diagnostics'iyle kararlarını açıklaması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19 / 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11612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389888"/>
            <a:ext cx="502920" cy="502920"/>
          </a:xfrm>
          <a:prstGeom prst="round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seç, 4 base + fusion başlat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77393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Anlatılacak: Request gönderildiğinde fusion worker hemen başlamaz — önce 4 bağımsız worker paralel dispatch edilir. RabbitMQ ayrı routing key'lere mesaj iletir.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22576"/>
            <a:ext cx="11612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414016"/>
            <a:ext cx="502920" cy="50292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23957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 sonuçlar gelirken status izle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79806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Anlatılacak: Task hâlâ 'processing'. Custom ve Foote geldi ama CNMF ve SCluster bekleniyor. Frontend SSE stream'i ile anlık güncelleniyor.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346704"/>
            <a:ext cx="11612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438144"/>
            <a:ext cx="502920" cy="502920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438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34198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algoritmanın farklı boundary'lerini karşılaştır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82219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Anlatılacak: İşte neden fusion gerekti bunun göstergesi: 4 algoritmanın boundary timeline'larının birbirinden farklı olduğunu canlı görebilirsiniz.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370832"/>
            <a:ext cx="11612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462272"/>
            <a:ext cx="502920" cy="502920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462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44439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 diagnostics'i aç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84632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Anlatılacak: Her fused boundary hangi algoritmalar oy verdi, ham timestamp neydi, weighted score neydi, kabul mi reddedildi mi — hepsi açıklanmış durumda.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5394960"/>
            <a:ext cx="11612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5486400"/>
            <a:ext cx="502920" cy="502920"/>
          </a:xfrm>
          <a:prstGeom prst="round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0120" y="5468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sonuçlarını göster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587044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Anlatılacak: F1@0.5 ve F1@3.0 değerleri. Strict ve lenient toleransı beraber yorumla: bölge mi doğru, timing mi doğru, ikisi birden mi?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6446520"/>
            <a:ext cx="11612880" cy="3657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planı: Önceden tamamlanmış bir task ID ve fusion diagnostics JSON'unun screenshot'ı hazır tutun. Worker gecikirerse bunu asenkron mimarinin avantajını göstermek için kullanın.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61520" cy="5029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 — Ne Yaptık ve Neden?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kararın arkasında bir problem bağlamı var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0" y="6400800"/>
            <a:ext cx="2377440" cy="310896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6400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🎤 Presenter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6446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</a:rPr>
              <a:t>20 / 20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98448"/>
            <a:ext cx="55778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9844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Dağıtık mimari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1810512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Neden: DSP işlemi API'yi bloke etmesin, her algoritma bağımsız scale edilsin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298448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298448"/>
            <a:ext cx="5577840" cy="4572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29844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Ortak result şeması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810512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Neden: Fusion hiçbir algoritmayı özel olarak tanımasın; yeni worker eklemek sadece şemaya uymak olsun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962656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62656"/>
            <a:ext cx="557784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6265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Feature-level fusion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47472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Neden: Tek sinyal her genre'da güvenilir değil; 6 bağımsız kanıtın consensus'u daha sağlam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2962656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2962656"/>
            <a:ext cx="557784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96265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Algorithm-level fusion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347472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Neden: Tek pipeline da hata yapabilir; farklı matematiksel perspektiflerden gelen oylar hata profillerini dengeler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626864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626864"/>
            <a:ext cx="557784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2686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Yapısal/semantik ayrımı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5138928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Neden: Benzerlik iddiası ölçülebilir; müzikal rol iddiası heuristic — ikisini karıştırmak bilimsel dürüstlüğü bozar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4626864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4626864"/>
            <a:ext cx="557784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62686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İki tolerans (0.5s / 3.0s)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5138928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Neden: Bölgeyi bulmak ile tam saniyeyi bulmak farklı beceriler — tek metrik hangisinde kötü olduğumuzu gizler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6748272"/>
            <a:ext cx="121615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674827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4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Katkımız yeni bir algoritma değil — çoklu sinyal, çoklu algoritma ve iki seviye fusion kararlarının dağıtık, açıklanabilir ve ölçülebilir bir sistemde birleştirilmesidir.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Music Structure Segmentation</dc:title>
  <dc:subject>PptxGenJS Presentation</dc:subject>
  <dc:creator>Capstone Team</dc:creator>
  <cp:lastModifiedBy>Capstone Team</cp:lastModifiedBy>
  <cp:revision>1</cp:revision>
  <dcterms:created xsi:type="dcterms:W3CDTF">2026-06-21T12:42:39Z</dcterms:created>
  <dcterms:modified xsi:type="dcterms:W3CDTF">2026-06-21T12:42:39Z</dcterms:modified>
</cp:coreProperties>
</file>