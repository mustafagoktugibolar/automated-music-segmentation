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457200"/>
            <a:ext cx="3657600" cy="3657600"/>
          </a:xfrm>
          <a:prstGeom prst="ellipse">
            <a:avLst/>
          </a:prstGeom>
          <a:solidFill>
            <a:srgbClr val="1F3460"/>
          </a:solidFill>
          <a:ln w="12700">
            <a:solidFill>
              <a:srgbClr val="1F34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4754880"/>
            <a:ext cx="2743200" cy="2743200"/>
          </a:xfrm>
          <a:prstGeom prst="ellipse">
            <a:avLst/>
          </a:prstGeom>
          <a:solidFill>
            <a:srgbClr val="162440"/>
          </a:solidFill>
          <a:ln w="12700">
            <a:solidFill>
              <a:srgbClr val="1624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160520"/>
            <a:ext cx="12161520" cy="640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Music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494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 Segmentation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Multi-Algorithm Boundary Detection with Two-Level Fusion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Presentation  •  Spring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4434840"/>
            <a:ext cx="2560320" cy="36576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4434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Presenter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20640" y="4434840"/>
            <a:ext cx="2560320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4434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Presenter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4434840"/>
            <a:ext cx="2560320" cy="36576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4434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Presenter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30 minutes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2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3258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325880"/>
            <a:ext cx="54864" cy="13716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399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Motivation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music segmentation is hard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3258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325880"/>
            <a:ext cx="54864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95160" y="1399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95160" y="18562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workers, RabbitMQ, PostgreSQL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9260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926080"/>
            <a:ext cx="54864" cy="13716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51560" y="29992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Segmentation Methods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4564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Librosa pipeline + MSAF baselines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29260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2926080"/>
            <a:ext cx="54864" cy="13716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232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995160" y="29992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Two-Level Fusion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95160" y="34564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fusion &amp; algorithm-level voting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45262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526280"/>
            <a:ext cx="54864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4599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51560" y="45994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51560" y="50566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SALAMI dataset, precision/recall/F1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54864" cy="13716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4599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995160" y="45994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&amp; Conclusion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95160" y="505663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demo, limitations, future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structural boundaries in music automatically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3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1155680" cy="109728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45920"/>
            <a:ext cx="1828800" cy="6400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45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Intro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0" y="1645920"/>
            <a:ext cx="256032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286000" cy="6400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Chorus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06640" y="1645920"/>
            <a:ext cx="210312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01200" y="1645920"/>
            <a:ext cx="2011680" cy="6400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6459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Outro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97480" y="1371600"/>
            <a:ext cx="36576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0" y="2788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▲ boundary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349240" y="1371600"/>
            <a:ext cx="36576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788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▲ boundary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680960" y="1371600"/>
            <a:ext cx="36576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2788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▲ boundary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966960" y="1371600"/>
            <a:ext cx="36576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55480" y="2788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▲ boundary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65760" y="22860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0 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22860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~240 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834640"/>
            <a:ext cx="5577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" y="28346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Boundary: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783080" y="2834640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timestamp where one section ends and another begins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2834640"/>
            <a:ext cx="5577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73368" y="28346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26680" y="2834640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interval between two consecutive boundaries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3657600"/>
            <a:ext cx="5577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9768" y="365760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 Label: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783080" y="3657600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 grouping — which segments sound similar to each other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657600"/>
            <a:ext cx="5577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73368" y="365760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Semantic Label: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26680" y="3657600"/>
            <a:ext cx="3977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Intro/Verse/Chorus — human-readable musical role (heuristic)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Music Segmentation Is Difficult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signal reveals all structural boundaries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4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32588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325880"/>
            <a:ext cx="37033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🎵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1463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Harmonic Change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01168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progression shifts, but energy may stay constant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32588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51960" y="1325880"/>
            <a:ext cx="37033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1463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1463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Change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89120" y="201168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jump can be a drum fill, not a section change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132588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1325880"/>
            <a:ext cx="3703320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1463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🎸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915400" y="1463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Timbre Change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Guitar → full band entry marks transition, not pitch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47472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474720"/>
            <a:ext cx="370332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🥁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0120" y="36118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Rhythm / Onset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416052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 density changes may be note events, not boundaries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51960" y="347472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51960" y="3474720"/>
            <a:ext cx="3703320" cy="5486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937760" y="36118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 Repetition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389120" y="416052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Chorus must be detected via SSM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3474720"/>
            <a:ext cx="37033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29600" y="3474720"/>
            <a:ext cx="3703320" cy="54864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6676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❓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8915400" y="361188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B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Annotation Uncertainty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366760" y="4160520"/>
            <a:ext cx="3429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annotators disagree on exact milliseconds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4320" y="5468112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This motivates multi-feature, multi-algorithm, and tolerance-based evaluation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Distributed, asynchronous, modular design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5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1828800" cy="8229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371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Svelte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371600"/>
            <a:ext cx="1828800" cy="82296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1371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1371600"/>
            <a:ext cx="2011680" cy="822960"/>
          </a:xfrm>
          <a:prstGeom prst="roundRect">
            <a:avLst/>
          </a:prstGeom>
          <a:solidFill>
            <a:srgbClr val="243556"/>
          </a:solidFill>
          <a:ln w="12700">
            <a:solidFill>
              <a:srgbClr val="2435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1371600"/>
            <a:ext cx="2011680" cy="82296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Exchange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3657600"/>
            <a:ext cx="2011680" cy="822960"/>
          </a:xfrm>
          <a:prstGeom prst="round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657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Store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51760" y="3657600"/>
            <a:ext cx="1828800" cy="82296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0" y="1234440"/>
            <a:ext cx="1920240" cy="73152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2344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custom_librosa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worker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601200" y="1554480"/>
            <a:ext cx="4572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2148840"/>
            <a:ext cx="1920240" cy="73152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0" y="2148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MSAF Foote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worker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01200" y="2468880"/>
            <a:ext cx="4572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58400" y="3063240"/>
            <a:ext cx="1920240" cy="73152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30632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MSAF CNMF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worker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01200" y="3383280"/>
            <a:ext cx="4572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0" y="3977640"/>
            <a:ext cx="1920240" cy="73152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39776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MSAF SCluster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worker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01200" y="4297680"/>
            <a:ext cx="4572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4892040"/>
            <a:ext cx="1920240" cy="73152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0" y="4892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Fusion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worker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601200" y="5212080"/>
            <a:ext cx="4572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03120" y="1783080"/>
            <a:ext cx="54864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16916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7333"/>
                </a:solidFill>
              </a:rPr>
              <a:t>▶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80560" y="1783080"/>
            <a:ext cx="54864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16916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7333"/>
                </a:solidFill>
              </a:rPr>
              <a:t>▶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40880" y="1783080"/>
            <a:ext cx="54864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16916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7333"/>
                </a:solidFill>
              </a:rPr>
              <a:t>▶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549640" y="2194560"/>
            <a:ext cx="27432" cy="10058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0" y="31546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7333"/>
                </a:solidFill>
              </a:rPr>
              <a:t>segmentation.result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166360" y="3364992"/>
            <a:ext cx="27432" cy="2926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80560" y="4050792"/>
            <a:ext cx="54864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4320" y="4114800"/>
            <a:ext cx="237744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206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9488"/>
                </a:solidFill>
              </a:rPr>
              <a:t>SSE / status polling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5349240"/>
            <a:ext cx="11612880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5349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Decision: API never does audio processing — it dispatches tasks to independent workers via RabbitMQ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Request Lifecycle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user upload to completed segmentation result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6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502920" cy="68580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29844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137160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37160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audio or selects from storage (song_id)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298448"/>
            <a:ext cx="502920" cy="6858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29844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137160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37160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validates file type, algorithm names, and params via Pydantic schemas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258568"/>
            <a:ext cx="502920" cy="6858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25856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77240" y="2331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normalizes algorithm names, generates UUID task_id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2258568"/>
            <a:ext cx="502920" cy="68580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225856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66560" y="2331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inserted into PostgreSQL with status=processing, expected_algorithms, results={}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502920" cy="68580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21868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32918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29184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worker messages published to RabbitMQ with per-algorithm routing keys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218688"/>
            <a:ext cx="502920" cy="6858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321868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766560" y="32918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03720" y="329184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run in parallel — audio analysis, DSP, boundary detection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178808"/>
            <a:ext cx="502920" cy="6858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17880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2519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425196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worker publishes result to segmentation.result routing key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4178808"/>
            <a:ext cx="502920" cy="68580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63640" y="417880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766560" y="42519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03720" y="425196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ResultListener normalizes result, stores in DB, checks fusion readiness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74320" y="5138928"/>
            <a:ext cx="502920" cy="68580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513892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77240" y="52120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21208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all expected results arrive, task status → completed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5138928"/>
            <a:ext cx="502920" cy="6858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63640" y="5138928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766560" y="52120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03720" y="5212080"/>
            <a:ext cx="5166360" cy="54864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reads final result via SSE stream or status polling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6126480"/>
            <a:ext cx="11612880" cy="34747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12648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vs dispatch: fusion is expected but NOT dispatched immediately — it waits for all base results first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Result Schema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algorithms speak the same language for fusion &amp;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7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3566160" cy="24688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98448"/>
            <a:ext cx="3566160" cy="640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389888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" y="1755648"/>
            <a:ext cx="3346704" cy="1920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timestamp in seconds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— 0–1 evidence strength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— which algorithm/feature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— list if fusion contributed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— score, raw votes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858768"/>
            <a:ext cx="356616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858768"/>
            <a:ext cx="35661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950208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" y="4315968"/>
            <a:ext cx="3346704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start, end — time interval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structural_label — A/B/C similarity group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semantic_label — Intro/Verse/Chorus (heuristic)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label_confidence, semantic_confidence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— contributing algorithms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298448"/>
            <a:ext cx="3749040" cy="24688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1298448"/>
            <a:ext cx="3749040" cy="6400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41648" y="1389888"/>
            <a:ext cx="3529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AlgorithmResult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41648" y="1755648"/>
            <a:ext cx="3529584" cy="1920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task_id, status — completed | failed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worker_type — custom, msaf, fusion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— canonical name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duration_seconds — track length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boundaries[], segments[], diagnostics{}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0" y="1298448"/>
            <a:ext cx="4206240" cy="4937760"/>
          </a:xfrm>
          <a:prstGeom prst="rect">
            <a:avLst/>
          </a:prstGeom>
          <a:solidFill>
            <a:srgbClr val="1E2A3A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9560" y="1389888"/>
            <a:ext cx="39319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"task_id": "abc-123",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"completed",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"worker_type": "msaf",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"algorithm": "foote",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"duration_seconds": 180.2,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"boundaries": [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"time": 31.4,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"confidence": 1.0,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"source": "foote" }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"segments": [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"start": 0.0,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"end": 31.4,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"structural_label": "A",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"semantic_label": "Intro" }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6291072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schema matters: fusion &amp; evaluation never need algorithm-specific parsers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12161520" cy="640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64592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Segmentation Methods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Librosa Pipeline  •  MSAF Baselines: Foote, CNMF, SCluster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Librosa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multi-feature segmentation with feature-level fusion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9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1508760" cy="2377440"/>
          </a:xfrm>
          <a:prstGeom prst="round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Load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(ffmpeg, mono,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22050 Hz)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83080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956816" y="1371600"/>
            <a:ext cx="1508760" cy="237744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56816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Region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(RMS threshold)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65576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39312" y="1371600"/>
            <a:ext cx="1508760" cy="237744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39312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(Chroma-CENS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MFCC)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21808" y="1371600"/>
            <a:ext cx="1508760" cy="237744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21808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Self-Similarity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(SSM)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Novelty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830568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04304" y="1371600"/>
            <a:ext cx="1508760" cy="237744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04304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Multi-Feature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(RMS, Onset,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Chord, Beat)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13064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686800" y="1371600"/>
            <a:ext cx="1508760" cy="237744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(Weighted score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snapping)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95560" y="2331720"/>
            <a:ext cx="173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369296" y="1371600"/>
            <a:ext cx="1508760" cy="237744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69296" y="1371600"/>
            <a:ext cx="1508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Labels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(A/B/C structural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semantic)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114800"/>
            <a:ext cx="54864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114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Chroma-CENS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38912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pitch classes, octave-invariant, captures harmonic repetition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4114800"/>
            <a:ext cx="54864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114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MFCC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46520" y="438912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envelope (timbre) — detects instrument/texture changes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4983480"/>
            <a:ext cx="54864" cy="6858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983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SSM (Self-Similarity Matrix)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2578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 vs every other frame — reveals repeated sections as bright blocks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983480"/>
            <a:ext cx="54864" cy="685800"/>
          </a:xfrm>
          <a:prstGeom prst="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4983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Region Detection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46520" y="52578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leading/trailing silence using RMS+dB; timestamps restored at end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MSAF Baseline Algorithms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mathematical perspectives on structure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10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37033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98448"/>
            <a:ext cx="3703320" cy="47548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2984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1847088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Checkerboard Novelty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212848"/>
            <a:ext cx="3429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a checkerboard kernel to the SSM diagonal. High response where before/after similarity structure changes sharply. Detects local transitions.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4187952"/>
            <a:ext cx="34290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2519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Fast, explainable, detects sharp transitions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46451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Sensitive to non-structural transients (e.g., drum fills)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1298448"/>
            <a:ext cx="37033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51960" y="1298448"/>
            <a:ext cx="370332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51960" y="12984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CNMF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389120" y="1847088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Non-negative Matrix Factorization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212848"/>
            <a:ext cx="3429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Factorizes the feature matrix into recurring latent components. Sections emerge as regions dominated by consistent activation patterns.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4187952"/>
            <a:ext cx="34290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42519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Captures repeated latent patterns across the track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46451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Factorization rank choice affects boundary granularity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0" y="1298448"/>
            <a:ext cx="37033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29600" y="1298448"/>
            <a:ext cx="3703320" cy="47548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0" y="12984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SCluster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66760" y="1847088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Clustering on Affinity Graph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66760" y="2212848"/>
            <a:ext cx="3429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the similarity structure as a graph and applies spectral clustering. Uses global organization to determine section boundaries.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66760" y="4187952"/>
            <a:ext cx="3429000" cy="27432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42519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Global structure-aware; handles repeated sections well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366760" y="46451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Cluster count parameter influences segment number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6492240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of error profiles is the key value — this is exactly why algorithm-level fusion is needed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Feature-Level Fusion: Candidate Sources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independent evidence streams inside the custom_librosa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11 / 20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2618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Default Source Weights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164592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Novelty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20240" y="1719072"/>
            <a:ext cx="3657600" cy="3657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17190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333"/>
                </a:solidFill>
              </a:rPr>
              <a:t>0.42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2313432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Proxy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386584"/>
            <a:ext cx="1567543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3503" y="238658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0.18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980944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20240" y="3054096"/>
            <a:ext cx="870857" cy="3657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36817" y="305409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D6A4F"/>
                </a:solidFill>
              </a:rPr>
              <a:t>0.10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364845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 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20240" y="3721608"/>
            <a:ext cx="522514" cy="3657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88474" y="372160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45309"/>
                </a:solidFill>
              </a:rPr>
              <a:t>0.06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" y="4315968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Energy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20240" y="4389120"/>
            <a:ext cx="522514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8474" y="43891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0.06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498348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/ Phrase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20240" y="5056632"/>
            <a:ext cx="174171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40131" y="50566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</a:rPr>
              <a:t>0.02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298448"/>
            <a:ext cx="45720" cy="6858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129844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SSM Novelty: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03920" y="129844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Checkerboard response on Self-Similarity Matrix — structural change evidence. Can pass acceptance alone if confidence ≥ 0.5.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2194560"/>
            <a:ext cx="4572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21945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Chord Proxy: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03920" y="219456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drop between Chroma-CENS frames ~0.5 s apart — harmonic change without full chord recognition.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0" y="3090672"/>
            <a:ext cx="45720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309067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Lyrics: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309067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lyric line boundaries as secondary evidence. Pipeline remains fully deterministic if lyrics absent.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3986784"/>
            <a:ext cx="45720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986784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Onset Flux: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503920" y="3986784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flux novelty curve — measures new note/attack density changes across frames.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882896"/>
            <a:ext cx="45720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882896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 Energy: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503920" y="4882896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RMS level is NOT used — the derivative of RMS in dB is used to detect energy change events.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5779008"/>
            <a:ext cx="4572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37960" y="577900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Beat / Phrase: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577900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16/24/32/48-beat phrase-grid candidates. Provides rhythmic alignment support and snapping anchor.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Feature-Level Fusion: Scoring &amp; Acceptance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score + agreement bonus → acceptance decision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12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389888"/>
            <a:ext cx="475488" cy="475488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3898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129844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Grouping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64592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candidates (within merge_window_s = 2.75 s) are placed in the same group — they vote on the same structural transition.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50008"/>
            <a:ext cx="475488" cy="475488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3500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25856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Vote per Source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60604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source contributes only its highest-confidence candidate per group — prevents noisy sources from dominating.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310128"/>
            <a:ext cx="475488" cy="475488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3101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321868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Weighted Score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356616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 (source_weight × candidate_confidence)  +  agreement_bonus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agreement_bonus = min(0.15, 0.035 × (source_count − 1))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4270248"/>
            <a:ext cx="475488" cy="475488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2702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417880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Acceptance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452628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 score ≥ threshold (default 0.30), OR if strong SSM candidate exists (confidence ≥ 0.5) — SSM can pass alone.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5230368"/>
            <a:ext cx="475488" cy="475488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52303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" y="513892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Snapping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8680" y="548640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boundary is snapped to nearest strong onset or beat within a limited window for precise timing alignment.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1298448"/>
            <a:ext cx="54864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1298448"/>
            <a:ext cx="548640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129844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 Example — Boundary at ~31 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92240" y="1755648"/>
            <a:ext cx="5303520" cy="4800600"/>
          </a:xfrm>
          <a:prstGeom prst="rect">
            <a:avLst/>
          </a:prstGeom>
          <a:solidFill>
            <a:srgbClr val="1E2A3A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1847088"/>
            <a:ext cx="502920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SSM:    weight=0.42 × conf=0.80 = 0.336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Chord:  weight=0.18 × conf=0.70 = 0.126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RMS:    weight=0.06 × conf=0.60 = 0.036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weighted_sum           = 0.498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agreement_bonus (3 src)= min(0.15, 0.035×2) = 0.070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─────────────────────────────────────────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                 = 0.568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= 0.30   →   ACCEPTED ✓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Anchor: SSM at 30.82 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 onset nearby: 30.67 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Snapped boundary: 30.67 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12161520" cy="640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64592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Algorithm-Level Fusion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four independent segmenters with weighted voting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Algorithm-Level Fusion?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algorithms have different error profiles — consensus reduces mistakes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14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9601200" cy="320040"/>
          </a:xfrm>
          <a:prstGeom prst="rect">
            <a:avLst/>
          </a:prstGeom>
          <a:solidFill>
            <a:srgbClr val="F0F4F8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" y="16002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custom_librosa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992" y="1600200"/>
            <a:ext cx="36576" cy="5029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02942" y="1600200"/>
            <a:ext cx="36576" cy="5029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6315" y="1600200"/>
            <a:ext cx="36576" cy="5029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29687" y="1600200"/>
            <a:ext cx="36576" cy="5029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2651760"/>
            <a:ext cx="9601200" cy="320040"/>
          </a:xfrm>
          <a:prstGeom prst="rect">
            <a:avLst/>
          </a:prstGeom>
          <a:solidFill>
            <a:srgbClr val="F0F4F8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" y="25146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82702" y="2514600"/>
            <a:ext cx="36576" cy="5029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76798" y="2514600"/>
            <a:ext cx="36576" cy="5029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40170" y="2514600"/>
            <a:ext cx="36576" cy="5029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81976" y="2514600"/>
            <a:ext cx="36576" cy="50292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71600" y="3566160"/>
            <a:ext cx="9601200" cy="320040"/>
          </a:xfrm>
          <a:prstGeom prst="rect">
            <a:avLst/>
          </a:prstGeom>
          <a:solidFill>
            <a:srgbClr val="F0F4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" y="34290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cnmf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61136" y="3429000"/>
            <a:ext cx="36576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29087" y="3429000"/>
            <a:ext cx="36576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592" y="3429000"/>
            <a:ext cx="36576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03542" y="3429000"/>
            <a:ext cx="36576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4480560"/>
            <a:ext cx="9601200" cy="320040"/>
          </a:xfrm>
          <a:prstGeom prst="rect">
            <a:avLst/>
          </a:prstGeom>
          <a:solidFill>
            <a:srgbClr val="F0F4F8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" y="43434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scluster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908847" y="4343400"/>
            <a:ext cx="36576" cy="50292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50653" y="4343400"/>
            <a:ext cx="36576" cy="50292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6315" y="4343400"/>
            <a:ext cx="36576" cy="50292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51253" y="4343400"/>
            <a:ext cx="36576" cy="50292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5394960"/>
            <a:ext cx="9601200" cy="411480"/>
          </a:xfrm>
          <a:prstGeom prst="rect">
            <a:avLst/>
          </a:prstGeom>
          <a:solidFill>
            <a:srgbClr val="EFF6FF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" y="5257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908847" y="5257800"/>
            <a:ext cx="36576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76798" y="5257800"/>
            <a:ext cx="36576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40170" y="5257800"/>
            <a:ext cx="36576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29687" y="5257800"/>
            <a:ext cx="36576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12648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0 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515600" y="61264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130 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5800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simple averaging?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858000" y="1920240"/>
            <a:ext cx="201168" cy="20116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0" y="18836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produce different numbers of boundaries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858000" y="2560320"/>
            <a:ext cx="201168" cy="20116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0" y="25237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transition may be predicted at slightly different timestamps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3200400"/>
            <a:ext cx="201168" cy="20116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0" y="316382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reliability is not equal — custom pipeline is more informed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858000" y="3840480"/>
            <a:ext cx="201168" cy="20116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0" y="3803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values carry additional evidence strength per boundary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58000" y="4526280"/>
            <a:ext cx="5029200" cy="777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4553712"/>
            <a:ext cx="475488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Weighted voting groups nearby votes, deduplicates per-algorithm, and computes: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score = Σ (algorithm_weight × boundary_confidence)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Fusion Orchestration &amp; Readiness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ResultListener coordinates the two-phase dispatch sequence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15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417320"/>
            <a:ext cx="1737360" cy="1417320"/>
          </a:xfrm>
          <a:prstGeom prst="round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11680" y="1965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40280" y="1417320"/>
            <a:ext cx="1737360" cy="1417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Workers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parallel)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977640" y="1965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06240" y="1417320"/>
            <a:ext cx="1737360" cy="141732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Results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1965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1417320"/>
            <a:ext cx="1737360" cy="141732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 4 resolved?)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909560" y="1965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1417320"/>
            <a:ext cx="1737360" cy="141732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196596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104120" y="1417320"/>
            <a:ext cx="1737360" cy="14173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04120" y="1417320"/>
            <a:ext cx="1737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200400"/>
            <a:ext cx="1161288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200400"/>
            <a:ext cx="1161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_maybe_dispatch_fusion()  —  ResultListener guard conditions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3703320"/>
            <a:ext cx="1371600" cy="5943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70332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Guard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19072" y="37033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not requested → skip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3703320"/>
            <a:ext cx="1371600" cy="59436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370332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Guard 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08392" y="37033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result already received → skip (no duplicate dispatch)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507992"/>
            <a:ext cx="1371600" cy="594360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50799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Guard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719072" y="450799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fusion__dispatched flag already set → skip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63640" y="4507992"/>
            <a:ext cx="1371600" cy="594360"/>
          </a:xfrm>
          <a:prstGeom prst="round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63640" y="450799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Condition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08392" y="450799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baselines resolved (completed OR failed) → check success count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5312664"/>
            <a:ext cx="1371600" cy="59436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531266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Success ≥ 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719072" y="5312664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fusion worker with available algorithm_results payload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63640" y="5312664"/>
            <a:ext cx="1371600" cy="594360"/>
          </a:xfrm>
          <a:prstGeom prst="round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63640" y="531266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Success &lt;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708392" y="5312664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failed fusion result directly — no worker needed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6172200"/>
            <a:ext cx="11612880" cy="3657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= worker responded (completed or failed)  •  successful = completed with non-empty segments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Algorithm-Level Weighted Voting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fusion decides which boundaries survive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16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36576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2984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Default Algorithm Weights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691640"/>
            <a:ext cx="3657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" y="1764792"/>
            <a:ext cx="2560320" cy="3657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69164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custom_librosa  0.35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13432"/>
            <a:ext cx="365760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" y="2386584"/>
            <a:ext cx="2194560" cy="3657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313432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scluster  0.30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935224"/>
            <a:ext cx="3657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3008376"/>
            <a:ext cx="146304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2935224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cnmf  0.20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557016"/>
            <a:ext cx="365760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2608" y="3630168"/>
            <a:ext cx="1097280" cy="3657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3557016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  0.15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06240" y="1298448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Voting Steps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06240" y="171907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169164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all internal boundary votes from each algorithm result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35915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233172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start (≤0.5 s) and end-edge boundaries from voting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06240" y="299923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297180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votes within merge_window_seconds = 2.5 s into boundary groups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06240" y="363931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53712" y="361188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group: each algorithm contributes at most ONE vote (highest confidence)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06240" y="427939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25196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score = Σ(algorithm_weight × boundary_confidence)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06240" y="4919472"/>
            <a:ext cx="256032" cy="256032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53712" y="489204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if: score ≥ threshold (0.45) OR unique_algorithm_count ≥ required_vote_count (2)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4206240"/>
            <a:ext cx="11612880" cy="365760"/>
          </a:xfrm>
          <a:prstGeom prst="rect">
            <a:avLst/>
          </a:prstGeom>
          <a:solidFill>
            <a:srgbClr val="243556"/>
          </a:solidFill>
          <a:ln w="12700">
            <a:solidFill>
              <a:srgbClr val="24355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20624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 Example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617720"/>
            <a:ext cx="11612880" cy="1920240"/>
          </a:xfrm>
          <a:prstGeom prst="rect">
            <a:avLst/>
          </a:prstGeom>
          <a:solidFill>
            <a:srgbClr val="1E2A3A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709160"/>
            <a:ext cx="11338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at ~60 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custom_librosa: time=60.2 s, confidence=0.90  →  0.35 × 0.90 = 0.315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scluster:       time=61.0 s, confidence=0.80  →  0.30 × 0.80 = 0.240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──────────────────────────────────────────────────────────────────────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group_score = 0.315 + 0.240 = 0.555     threshold = 0.45   →   ACCEPTED ✓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anchor_strategy=custom_snap  →  fused_time = 60.2 s  (custom's snapped timestamp)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Fusion Diagnostics &amp; Failure Handling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is built into every boundary decision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17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5303520" cy="5074920"/>
          </a:xfrm>
          <a:prstGeom prst="rect">
            <a:avLst/>
          </a:prstGeom>
          <a:solidFill>
            <a:srgbClr val="1E2A3A"/>
          </a:solidFill>
          <a:ln w="12700">
            <a:solidFill>
              <a:srgbClr val="2D3F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5029200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fused boundary carries full decision trace: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"time": 60.2,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"confidence": 0.555,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"source": "algorithm_fusion",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["custom_librosa", "scluster"],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"score": 0.555,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"raw_times": [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"algorithm": "custom_librosa",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"time": 60.2, "confidence": 0.90 },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"algorithm": "scluster",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"time": 61.0, "confidence": 0.80 }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"accepted": true,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"fused_time": 60.2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EC8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129844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 Handling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0" y="1737360"/>
            <a:ext cx="59436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0" y="1737360"/>
            <a:ext cx="54864" cy="1097280"/>
          </a:xfrm>
          <a:prstGeom prst="rect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B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Worker Exception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80760" y="2176272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BaseWorker catches exception, publishes a failed normalized result — marks algorithm as resolved-but-failed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2999232"/>
            <a:ext cx="59436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0" y="2999232"/>
            <a:ext cx="54864" cy="10972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09067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 Successful Results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80760" y="3438144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ResultListener generates a failed fusion result directly without dispatching the fusion worker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0" y="4261104"/>
            <a:ext cx="59436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4261104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0760" y="4352544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Rejected Boundary Group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80760" y="4700016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score below threshold AND vote count insufficient → logged in diagnostics as rejected, not returned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43600" y="5522976"/>
            <a:ext cx="59436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0" y="5522976"/>
            <a:ext cx="54864" cy="10972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5614416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Worker Disappears (Known Limit)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80760" y="5961888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worker dies without publishing any result, _maybe_dispatch_fusion() never sees all 4 resolved → task stays in processing. Watchdog/timeout needed (future work).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 vs Semantic Labeling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approach: similarity claim vs musical role claim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18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0" y="1298448"/>
            <a:ext cx="1700784" cy="10058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Intro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737360" y="1298448"/>
            <a:ext cx="1700784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Verse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4720" y="1298448"/>
            <a:ext cx="1700784" cy="10058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Chorus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12080" y="1298448"/>
            <a:ext cx="1700784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Verse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49440" y="1298448"/>
            <a:ext cx="1700784" cy="10058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Chorus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686800" y="1298448"/>
            <a:ext cx="1700784" cy="10058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Bridge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424160" y="1298448"/>
            <a:ext cx="1700784" cy="10058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1298448"/>
            <a:ext cx="170078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Struct: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Outro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514600"/>
            <a:ext cx="5577840" cy="2971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514600"/>
            <a:ext cx="5577840" cy="640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2606040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 Label (A/B/C)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4048" y="2971800"/>
            <a:ext cx="5358384" cy="2423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audio descriptor similarity (Chroma, MFCC, RMS, onset density)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Agglomerative clustering; best silhouette score selects 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most frequent cluster, B = second, etc.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imply Verse/Chorus — only similarity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reliable, scientifically defensible layer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2514600"/>
            <a:ext cx="5852160" cy="2971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35040" y="2514600"/>
            <a:ext cx="58521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44768" y="2606040"/>
            <a:ext cx="563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Semantic Label (Intro/Verse/Chorus…)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44768" y="2971800"/>
            <a:ext cx="5632704" cy="2423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inference layer — weaker claim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Intro: first non-silence segment in early 20% of track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Outro: last non-silence in final 25%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Chorus: repeated cluster with higher RMS energy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Verse: other repeated clusters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unique, middle, long-enough segment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overwrite structural label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5687568"/>
            <a:ext cx="11612880" cy="420624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687568"/>
            <a:ext cx="11247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labels are heuristic — confidence &amp; reason fields are always stored so the strength of the claim is transparent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with SALAMI Dataset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boundary detection quality at two tolerance levels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19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530352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98448"/>
            <a:ext cx="5303520" cy="640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38988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SALAMI Dataset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" y="1755648"/>
            <a:ext cx="5084064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Human-annotated structural intervals for music tracks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annotators per track → annotation uncertainty is real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as reference for boundary detection evaluation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uses mir_eval.segment.detection(trim=True)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584448"/>
            <a:ext cx="53035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584448"/>
            <a:ext cx="53035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67588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" y="4041648"/>
            <a:ext cx="5084064" cy="1874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= TP / (TP + FP)  — how many predicted boundaries are correct?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TP / (TP + FN)  — how many ground-truth boundaries were found?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2 × P × R / (P + R)  — harmonic mean, penalizes imbalance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over-segmentation → low Precision;  under-segmentation → low Recall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29844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Tolerance Windows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5943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0" y="1783080"/>
            <a:ext cx="5943600" cy="457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±0.5 s  —  Strict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80760" y="2313432"/>
            <a:ext cx="5669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exact timestamp localization. Low F1@0.5 means algorithm finds the right region but is imprecise about when.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0" y="3794760"/>
            <a:ext cx="5943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43600" y="3794760"/>
            <a:ext cx="59436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37947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±3.0 s  —  Lenient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4325112"/>
            <a:ext cx="5669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the correct structural region is detected. High F1@3.0 but low F1@0.5 suggests good region detection, weak timing.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6108192"/>
            <a:ext cx="11612880" cy="365760"/>
          </a:xfrm>
          <a:prstGeom prst="rect">
            <a:avLst/>
          </a:prstGeom>
          <a:solidFill>
            <a:srgbClr val="F0FD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1081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evaluation runs across all SALAMI tracks with concurrency — averages P / R / F1 per algorithm for rigorous comparison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61520" cy="5486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Contributions, Limitations &amp; Future 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what we learned, and where it can go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0" y="6309360"/>
            <a:ext cx="2377440" cy="347472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6309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🎤 Presenter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20 / 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370332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298448"/>
            <a:ext cx="3703320" cy="5486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29844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 Contributions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1920240"/>
            <a:ext cx="3429000" cy="470916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multi-algorithm pipeline with RabbitMQ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AlgorithmResult schema for interoperability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fusion inside custom_librosa (6 sources)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Algorithm-level weighted voting fusion worker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SALAMI-based multi-tolerance evaluation (0.5 s / 3.0 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diagnostics for explainability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/ semantic two-layer labeling separation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51960" y="1298448"/>
            <a:ext cx="370332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51960" y="1298448"/>
            <a:ext cx="3703320" cy="5486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29844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  Limitations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0" y="1920240"/>
            <a:ext cx="3429000" cy="470916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values not fully calibrated across algorithms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weights are static — not learned from data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watchdog / timeout for disappeared workers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labels are heuristic — not benchmark-validated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anchor_strategy schema/service default mismatch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Genre-specific minimum segment duration not tuned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0" y="1298448"/>
            <a:ext cx="370332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1298448"/>
            <a:ext cx="370332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298448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 Future Work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66760" y="1920240"/>
            <a:ext cx="3429000" cy="4709160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Dataset-based automatic weight optimization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confidence calibration per algorithm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Genre-adaptive fusion weights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watchdog + dead-letter queue + retry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meta-classifier for boundary groups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frontend: vote timeline visualization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algorithm workers via existing worker interface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6720840"/>
            <a:ext cx="121615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672084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9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contribution is not one new algorithm — it is the integration of multi-feature and multi-algorithm decisions into a distributed, explainable, evaluable system."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Music Structure Segmentation</dc:title>
  <dc:subject>PptxGenJS Presentation</dc:subject>
  <dc:creator>Capstone Team</dc:creator>
  <cp:lastModifiedBy>Capstone Team</cp:lastModifiedBy>
  <cp:revision>1</cp:revision>
  <dcterms:created xsi:type="dcterms:W3CDTF">2026-06-21T12:22:46Z</dcterms:created>
  <dcterms:modified xsi:type="dcterms:W3CDTF">2026-06-21T12:22:46Z</dcterms:modified>
</cp:coreProperties>
</file>